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63" r:id="rId3"/>
    <p:sldId id="268" r:id="rId4"/>
    <p:sldId id="261" r:id="rId5"/>
    <p:sldId id="260" r:id="rId6"/>
    <p:sldId id="262" r:id="rId7"/>
    <p:sldId id="267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4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6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7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4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4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1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2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2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7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6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324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5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859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9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2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5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E8DDC-1470-44ED-86CF-6856A86287A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BE9CABC-C3A6-4F0D-9A3A-E516C8967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1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muda" TargetMode="External"/><Relationship Id="rId7" Type="http://schemas.openxmlformats.org/officeDocument/2006/relationships/hyperlink" Target="https://en.wikipedia.org/wiki/Ship" TargetMode="External"/><Relationship Id="rId2" Type="http://schemas.openxmlformats.org/officeDocument/2006/relationships/hyperlink" Target="https://en.wikipedia.org/wiki/Florida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Aircraft" TargetMode="External"/><Relationship Id="rId5" Type="http://schemas.openxmlformats.org/officeDocument/2006/relationships/hyperlink" Target="https://en.wikipedia.org/wiki/Atlantic_Ocean" TargetMode="External"/><Relationship Id="rId4" Type="http://schemas.openxmlformats.org/officeDocument/2006/relationships/hyperlink" Target="https://en.wikipedia.org/wiki/Puerto_Ric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287" y="1009811"/>
            <a:ext cx="7783637" cy="942140"/>
          </a:xfrm>
        </p:spPr>
        <p:txBody>
          <a:bodyPr/>
          <a:lstStyle/>
          <a:p>
            <a:pPr algn="ctr"/>
            <a:r>
              <a:rPr lang="en-US" dirty="0" smtClean="0"/>
              <a:t>WELCOME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93332" y="1951951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SRI VENKATESWARA COLLEGE OF ENGINEERING AND TECHNOLOGY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NAME      :G.THARUN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ROLL NO  :22781A3512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BRANCH   :CSE(IOT)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SUBJECT   :ADVANCED ENGLISH COMMUNICATION  SKILLS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TOPIC     :BERMUDA TRIANGLE</a:t>
            </a:r>
          </a:p>
          <a:p>
            <a:pPr marL="0" indent="0">
              <a:buNone/>
            </a:pPr>
            <a:r>
              <a:rPr lang="en-US" dirty="0" smtClean="0"/>
              <a:t>           SUBMITTED TO     :S.DEVAYANI MADAM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SUBIMITTED ON   :18/11/2024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02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8764"/>
            <a:ext cx="12192000" cy="71550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91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8511" y="2274838"/>
            <a:ext cx="832013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Bermuda Triangle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/>
            <a:endParaRPr lang="en-US" sz="28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The </a:t>
            </a:r>
            <a:r>
              <a:rPr lang="en-US" sz="2800" b="1" dirty="0">
                <a:solidFill>
                  <a:srgbClr val="202122"/>
                </a:solidFill>
                <a:latin typeface="Arial" panose="020B0604020202020204" pitchFamily="34" charset="0"/>
              </a:rPr>
              <a:t>Bermuda Triangle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, also known as the </a:t>
            </a:r>
            <a:r>
              <a:rPr lang="en-US" sz="2800" b="1" dirty="0">
                <a:solidFill>
                  <a:srgbClr val="202122"/>
                </a:solidFill>
                <a:latin typeface="Arial" panose="020B0604020202020204" pitchFamily="34" charset="0"/>
              </a:rPr>
              <a:t>Devil's Triangle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, is a loosely defined region between </a:t>
            </a:r>
            <a:r>
              <a:rPr lang="en-US" sz="2800" dirty="0">
                <a:latin typeface="Arial" panose="020B0604020202020204" pitchFamily="34" charset="0"/>
                <a:hlinkClick r:id="rId2" tooltip="Florida"/>
              </a:rPr>
              <a:t>Florida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sz="2800" dirty="0">
                <a:latin typeface="Arial" panose="020B0604020202020204" pitchFamily="34" charset="0"/>
                <a:hlinkClick r:id="rId3" tooltip="Bermuda"/>
              </a:rPr>
              <a:t>Bermuda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, and </a:t>
            </a:r>
            <a:r>
              <a:rPr lang="en-US" sz="2800" dirty="0">
                <a:latin typeface="Arial" panose="020B0604020202020204" pitchFamily="34" charset="0"/>
                <a:hlinkClick r:id="rId4" tooltip="Puerto Rico"/>
              </a:rPr>
              <a:t>Puerto Rico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 in the southwestern </a:t>
            </a:r>
            <a:r>
              <a:rPr lang="en-US" sz="2800" dirty="0">
                <a:latin typeface="Arial" panose="020B0604020202020204" pitchFamily="34" charset="0"/>
                <a:hlinkClick r:id="rId5" tooltip="Atlantic Ocean"/>
              </a:rPr>
              <a:t>North Atlantic Ocean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 where a number of </a:t>
            </a:r>
            <a:r>
              <a:rPr lang="en-US" sz="2800" dirty="0">
                <a:latin typeface="Arial" panose="020B0604020202020204" pitchFamily="34" charset="0"/>
                <a:hlinkClick r:id="rId6" tooltip="Aircraft"/>
              </a:rPr>
              <a:t>aircraft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 and </a:t>
            </a:r>
            <a:r>
              <a:rPr lang="en-US" sz="2800" dirty="0">
                <a:latin typeface="Arial" panose="020B0604020202020204" pitchFamily="34" charset="0"/>
                <a:hlinkClick r:id="rId7" tooltip="Ship"/>
              </a:rPr>
              <a:t>ships</a:t>
            </a:r>
            <a:r>
              <a:rPr lang="en-US" sz="2800" dirty="0">
                <a:solidFill>
                  <a:srgbClr val="202122"/>
                </a:solidFill>
                <a:latin typeface="Arial" panose="020B0604020202020204" pitchFamily="34" charset="0"/>
              </a:rPr>
              <a:t> have disappeared under mysterious circumstances.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8448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8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386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301" y="-1"/>
            <a:ext cx="853084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61972" y="-1"/>
            <a:ext cx="3730028" cy="68580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Flight 19</a:t>
            </a:r>
          </a:p>
          <a:p>
            <a:pPr algn="ctr"/>
            <a:r>
              <a:rPr lang="en-US" sz="3600" dirty="0" smtClean="0"/>
              <a:t>A group of five us navy torpedo bombers on a training mission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8854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31108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11080" y="0"/>
            <a:ext cx="388092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u="sng" dirty="0" smtClean="0"/>
              <a:t>HMS JUNO</a:t>
            </a:r>
            <a:endParaRPr lang="en-US" sz="3600" b="1" u="sng" dirty="0" smtClean="0"/>
          </a:p>
          <a:p>
            <a:pPr algn="ctr"/>
            <a:r>
              <a:rPr lang="en-US" sz="3600" b="1" dirty="0" smtClean="0"/>
              <a:t>Disappeared with her entire </a:t>
            </a:r>
            <a:r>
              <a:rPr lang="en-US" sz="3600" b="1" dirty="0" smtClean="0">
                <a:solidFill>
                  <a:srgbClr val="FFC000"/>
                </a:solidFill>
              </a:rPr>
              <a:t>crew</a:t>
            </a:r>
            <a:r>
              <a:rPr lang="en-US" sz="3600" b="1" dirty="0" smtClean="0"/>
              <a:t> after setting  </a:t>
            </a:r>
            <a:r>
              <a:rPr lang="en-US" sz="3600" b="1" dirty="0" smtClean="0">
                <a:solidFill>
                  <a:srgbClr val="C00000"/>
                </a:solidFill>
              </a:rPr>
              <a:t>sail</a:t>
            </a:r>
            <a:r>
              <a:rPr lang="en-US" sz="3600" b="1" dirty="0" smtClean="0"/>
              <a:t> from the royal naval dockyard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56157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anuman Charitra Paint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Hanuman Charitra Paintin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05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190" y="1783532"/>
            <a:ext cx="5049178" cy="292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5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302</TotalTime>
  <Words>77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WELCOME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Microsoft account</dc:creator>
  <cp:lastModifiedBy>Microsoft account</cp:lastModifiedBy>
  <cp:revision>36</cp:revision>
  <dcterms:created xsi:type="dcterms:W3CDTF">2024-11-14T16:24:51Z</dcterms:created>
  <dcterms:modified xsi:type="dcterms:W3CDTF">2024-11-18T02:34:59Z</dcterms:modified>
</cp:coreProperties>
</file>